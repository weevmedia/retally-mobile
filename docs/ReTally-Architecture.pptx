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ReTally system: shared KMP/CMP app, per-platform MVVM shells, and the proposed free-tier backend with AI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15221F"/>
          </a:solidFill>
          <a:ln w="12700">
            <a:solidFill>
              <a:srgbClr val="152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2564A"/>
          </a:solidFill>
          <a:ln w="12700">
            <a:solidFill>
              <a:srgbClr val="1256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architecture: Kotlin Multiplatform app, cloud backend and AI services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14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double charges on any receipt — one shared codebase for iOS and Android, a $0 backend to start, and a clean path to AWS when we grow.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B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Mukesh Jha ·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HTTP boundary: the apps only ever talk to our own API.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3108960" cy="685800"/>
          </a:xfrm>
          <a:prstGeom prst="roundRect">
            <a:avLst>
              <a:gd name="adj" fmla="val 16000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77440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(KMP + Compose MP)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· data · presentation · 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1463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androidApp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+ Navigation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3200400"/>
            <a:ext cx="1463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51460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iosApp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View + VM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206240"/>
            <a:ext cx="31089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scan + parse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VisionKit / ML Kit → ReceiptParser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50292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store (offline-first)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multiplatform-settings → SQLDelight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3840480"/>
            <a:ext cx="548640" cy="0"/>
          </a:xfrm>
          <a:prstGeom prst="line">
            <a:avLst/>
          </a:prstGeom>
          <a:noFill/>
          <a:ln w="19050">
            <a:solidFill>
              <a:srgbClr val="3A4D4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1737360"/>
            <a:ext cx="2834640" cy="42976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9204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92040" y="237744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7B08B"/>
          </a:solidFill>
          <a:ln w="9525">
            <a:solidFill>
              <a:srgbClr val="17B0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edge · no cold start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33375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98348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/v1/receipts/batch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406908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98348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/v1/suggestions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480060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983480" y="4800600"/>
            <a:ext cx="2194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/v1/normalize · auth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5532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(opaque)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0" y="3840480"/>
            <a:ext cx="548640" cy="0"/>
          </a:xfrm>
          <a:prstGeom prst="line">
            <a:avLst/>
          </a:prstGeom>
          <a:noFill/>
          <a:ln w="19050">
            <a:solidFill>
              <a:srgbClr val="3A4D4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46720" y="173736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75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75320" y="2377440"/>
            <a:ext cx="1508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366760" y="2377440"/>
            <a:ext cx="1325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· items · suggestions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921240" y="2377440"/>
            <a:ext cx="1508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0012680" y="2377440"/>
            <a:ext cx="1325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→ linked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75320" y="3337560"/>
            <a:ext cx="1508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366760" y="3337560"/>
            <a:ext cx="1325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/ 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images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921240" y="3337560"/>
            <a:ext cx="1508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10012680" y="3337560"/>
            <a:ext cx="1325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(Worker)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AI batch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75320" y="4297680"/>
            <a:ext cx="3154680" cy="822960"/>
          </a:xfrm>
          <a:prstGeom prst="roundRect">
            <a:avLst>
              <a:gd name="adj" fmla="val 13333"/>
            </a:avLst>
          </a:prstGeom>
          <a:solidFill>
            <a:srgbClr val="FFDAD3"/>
          </a:solidFill>
          <a:ln w="9525">
            <a:solidFill>
              <a:srgbClr val="FFDAD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66760" y="4297680"/>
            <a:ext cx="2971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(Gemini Flash / Groq)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LlmClient interface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75320" y="5257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 free tiers · no card required to start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— shared module (clean architecture)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is not a screen host lives once, in Kotlin, and ships to both platforms.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691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Multiplatform. Stateless &lt;Screen&gt;(state, dispatch) composables, theme, components. No stores, no Koin.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2468880"/>
            <a:ext cx="0" cy="118872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587752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DDF7EF"/>
          </a:solidFill>
          <a:ln w="9525">
            <a:solidFill>
              <a:srgbClr val="DDF7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8775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presentation/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58775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per screen: State · Action · SideEffect · Store (NanoRedux). Pure, unit-tested in commonTest.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3364992"/>
            <a:ext cx="0" cy="118872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483864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EDFAF5"/>
          </a:solidFill>
          <a:ln w="9525">
            <a:solidFill>
              <a:srgbClr val="EDFA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8386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48386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(Receipt, ReceiptItem), interfaces (ReceiptRepository, CloudSyncService, AppPreferences), ReceiptParser.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54480" y="4261104"/>
            <a:ext cx="0" cy="118872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379976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7997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437997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Implementations: SettingsReceiptRepository, KtorCloudSyncService, SettingsAppPreferences.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54480" y="5157216"/>
            <a:ext cx="0" cy="118872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5276088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2760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 · di/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52760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base, ViewModel&lt;S,A,E&gt; base, newId(), Platform; Koin modules (dataModule, storesModule).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1691640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0B1513"/>
          </a:solidFill>
          <a:ln w="9525">
            <a:solidFill>
              <a:srgbClr val="0B151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582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B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loop (Sidearm pattern)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58200" y="237744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82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2377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dispatches an Action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58200" y="3035808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582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3035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reduces → new State (StateFlow)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58200" y="3694176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5820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36941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re-renders from State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58200" y="4352544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5820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4352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events → SideEffect (Channel, delivered once)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58200" y="5010912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5820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961120" y="5010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reacts: navigate, snackbar, camera, links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458200" y="5715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rule: arrows point inward. ui → presentation → domain; data implements domain.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— MVVM shells per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decides what happens; each platform's ViewModel does the how. Screens are rendered by the same Compose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Fragment per screen + Navigation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 (AppCompat)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NavHostFragment + BottomNavigationView · nav_graph.xml + Safe Args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1143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200400"/>
            <a:ext cx="960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34540" y="3200400"/>
            <a:ext cx="1143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25980" y="3200400"/>
            <a:ext cx="960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200400"/>
            <a:ext cx="1143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383280" y="3200400"/>
            <a:ext cx="960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49140" y="3200400"/>
            <a:ext cx="1143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40580" y="3200400"/>
            <a:ext cx="960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BaseComposeFragment&lt;S,A,E,VM&gt;: ComposeView + collect state + onViewEffect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ViewModels bound with Koin viewModel {}; activity-scoped MainViewModel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doc scanner + text recognition run in HomeViewModel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— SwiftUI View + ViewModel per screen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237744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RootView → TabBarView (Home / Settings)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NavigationStack pushes ScanReview · fullScreenCover for the camera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200400"/>
            <a:ext cx="1143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83680" y="3200400"/>
            <a:ext cx="960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(ComposeScreen)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49540" y="3200400"/>
            <a:ext cx="1143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840980" y="3200400"/>
            <a:ext cx="960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(ComposeScreen)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06840" y="3200400"/>
            <a:ext cx="1143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098280" y="3200400"/>
            <a:ext cx="960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(ComposeScreen)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64140" y="3200400"/>
            <a:ext cx="1143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355580" y="3200400"/>
            <a:ext cx="960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(ComposeScreen)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@MainActor ObservableObject owns the Store via IosDependencies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store.collectSideEffect { } → Closeable; screen.showMessage()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IosScreens.x(store:) returns the Compose UIViewController · VisionKit + Vision OCR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scanning — one shared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OCR are platform code; everything after the text lines is shared and unit-tested.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508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ScanClicked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2697480"/>
            <a:ext cx="18288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20116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2011680"/>
            <a:ext cx="1508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LaunchScanner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697480"/>
            <a:ext cx="18288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20116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FDAD3"/>
          </a:solidFill>
          <a:ln w="9525">
            <a:solidFill>
              <a:srgbClr val="FFDA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2011680"/>
            <a:ext cx="1508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VisionKit / ML Kit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row merge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2697480"/>
            <a:ext cx="18288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72200" y="20116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011680"/>
            <a:ext cx="1508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TextRecognized(lines)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OpenScanReview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2697480"/>
            <a:ext cx="18288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46720" y="20116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2011680"/>
            <a:ext cx="1508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ReceiptParser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· date · payment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· duplicates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738360" y="2697480"/>
            <a:ext cx="18288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21240" y="201168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12680" y="2011680"/>
            <a:ext cx="1508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ScanReview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Save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Repository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ReceiptParser (pure Kotlin, ported from the original Swift)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2519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regex tolerates item numbers, $ and , decimals, trailing tax codes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keyword filter drops TOTAL / TAX / VISA … but keeps CASHEWS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Dates: M/D/Y, D/M/Y, ISO, with optional time; future dates rejected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= same normalized name + price; user can toggle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374904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merging (both OCR engines)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2519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often splits name (left) and price (right) into separate blocks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fragments whose vertical centres are within ½ line height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left → right so the parser sees “SOURDOUGH LOAF  5.49” as one line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never leave the device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free-tier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services that are $0 with no card, and keep them behind our own API so they stay replaceable.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7B08B"/>
          </a:solidFill>
          <a:ln w="9525">
            <a:solidFill>
              <a:srgbClr val="17B0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cron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req/day · edge · no sleep · secrets for LLM &amp; Firebase keys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(Spark)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GiB · ~50k reads / 20k writes per day · REST from the Worker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65960"/>
            <a:ext cx="457200" cy="457200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sign-in = installationId; link Apple/Google later without losing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7160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images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54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 free · zero egress · S3-compatible API (portable)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DAD3"/>
          </a:solidFill>
          <a:ln w="9525">
            <a:solidFill>
              <a:srgbClr val="FFDA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069080"/>
            <a:ext cx="457200" cy="457200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064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/ Groq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754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· called only from the Worker · behind LlmClient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069080"/>
            <a:ext cx="457200" cy="457200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AI (opt.)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754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daily allowance · cluster items across stores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considered: Supabase (Postgres/JSONB, free projects pause after 7 idle days) · MongoDB Atlas M0 (DB only) · Render/Fly for a Ktor container (sleeps on free tier).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fields for what you query, blobs for what you read whole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(indexed fields)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users/{uid}/receipts/{receiptId}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storeName · purchaseDate · total · paymentInfo · createdAt · syncedAt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rawLines: [ … ]        ← blob, for re-parsing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users/{uid}/receipts/{receiptId}/items/{itemId}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rawName · normalizedName · category · brand · price · qty · isDuplicate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embedding: [ … ]      ← vector field (optional)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users/{uid}/suggestions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generatedAt · modelVersion · list: { … }   ← blob, rewritten nightly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965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 a WHERE, GROUP BY or index → a field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written as a unit, shape still changing → a blob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→ object storage, URL on the record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 items are rows, not a blob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43434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list = GROUP BY normalizedName → frequency, days since last bought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Re-normalize with a better prompt without touching receipts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Client-generated IDs (newId()) → portable to any store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batch on the server, read on the device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LLM calls a day, not thousands: results are written back as data the app already syncs.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5221F"/>
          </a:solidFill>
          <a:ln w="9525">
            <a:solidFill>
              <a:srgbClr val="152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saved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→ POST /v1/receipts/batch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2606040"/>
            <a:ext cx="228600" cy="0"/>
          </a:xfrm>
          <a:prstGeom prst="line">
            <a:avLst/>
          </a:prstGeom>
          <a:noFill/>
          <a:ln w="19050">
            <a:solidFill>
              <a:srgbClr val="17B0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17373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5221F"/>
          </a:solidFill>
          <a:ln w="9525">
            <a:solidFill>
              <a:srgbClr val="1522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96596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items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raw name → canonical name, category, brand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2606040"/>
            <a:ext cx="228600" cy="0"/>
          </a:xfrm>
          <a:prstGeom prst="line">
            <a:avLst/>
          </a:prstGeom>
          <a:noFill/>
          <a:ln w="19050">
            <a:solidFill>
              <a:srgbClr val="17B0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46720" y="17373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5221F"/>
          </a:solidFill>
          <a:ln w="9525">
            <a:solidFill>
              <a:srgbClr val="1522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96596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cron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job per active user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5221F"/>
          </a:solidFill>
          <a:ln w="9525">
            <a:solidFill>
              <a:srgbClr val="1522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5262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list · restock predictions · price drift · duplicate insights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69080" y="4617720"/>
            <a:ext cx="228600" cy="0"/>
          </a:xfrm>
          <a:prstGeom prst="line">
            <a:avLst/>
          </a:prstGeom>
          <a:noFill/>
          <a:ln w="19050">
            <a:solidFill>
              <a:srgbClr val="17B0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97680" y="37490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5221F"/>
          </a:solidFill>
          <a:ln w="9525">
            <a:solidFill>
              <a:srgbClr val="1522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97764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suggestions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45262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users/{uid}/suggestions + modelVersion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18120" y="4617720"/>
            <a:ext cx="228600" cy="0"/>
          </a:xfrm>
          <a:prstGeom prst="line">
            <a:avLst/>
          </a:prstGeom>
          <a:noFill/>
          <a:ln w="19050">
            <a:solidFill>
              <a:srgbClr val="17B0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46720" y="37490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5221F"/>
          </a:solidFill>
          <a:ln w="9525">
            <a:solidFill>
              <a:srgbClr val="1522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5320" y="397764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753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reads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45262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/v1/suggestions → cached locally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B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schemas live in the repo; LlmClient.complete(prompt, schema) hides the provider. Gemini today, Bedrock / Claude tomorrow is a one-class change.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request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never holds a Firebase SDK or a cloud secret — only an opaque bearer token.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(shared KtorCloudSyncService)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(our API)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R2 / 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/v1/auth/anonymous {installationId}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214884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REST: signUp anonymous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214884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 token + refresh token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69080" y="2468880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18120" y="2468880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292608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tokens (Settings/Keychain)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92608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opaque session token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69080" y="3246120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370332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70332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/v1/receipts/batch  Bearer &lt;token&gt;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70332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0" y="370332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token · validate · write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70332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0" y="370332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REST: receipts + items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69080" y="4023360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818120" y="4023360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448056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48056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image (pre-signed URL)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97680" y="448056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89120" y="448056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R2 pre-signed URL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448056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38160" y="448056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object; URL stored on receipt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69080" y="4800600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818120" y="4800600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8640" y="525780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25780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/v1/suggestions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97680" y="525780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CBF3E6"/>
          </a:solidFill>
          <a:ln w="9525">
            <a:solidFill>
              <a:srgbClr val="CBF3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389120" y="525780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suggestions doc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46720" y="525780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38160" y="5257800"/>
            <a:ext cx="3337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read (cached 1h at edge)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69080" y="5577840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818120" y="5577840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(LLM key, Firebase service account) live only in Worker secrets. Firestore security rules stay simple — business logic is in the Worker.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up — moving to AWS without an app rewrite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seams keep the migration a backend weekend plus a data export.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boundary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1783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call only our /v1 API. Repoint CloudConfig.baseUrl (remote-configurable); no store release needed.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2167128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955280" y="1783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→ Lambda + API Gateway, or Ktor in a container on ECS / App Runner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06324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880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auth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sign-in &amp; refresh proxied by the API; app never sees Firebase.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35240" y="3264408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955280" y="2880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→ Cognito or own JWTs; identities re-issued server-side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977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data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3977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fields + client IDs + raw JSON kept on every receipt.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35240" y="4361688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955280" y="3977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export → DynamoDB (PK USER#uid / SK RECEIPT#id) or Postgres rows; blobs move as-is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5780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074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AI &amp; storage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50749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LlmClient interface, modelVersion on outputs; R2 speaks the S3 API.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635240" y="5458968"/>
            <a:ext cx="228600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955280" y="5074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Bedrock; aws s3 sync R2 → S3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611880" y="6126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free &amp; fast to start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6126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AWS equivalent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tooling &amp; delivery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buildSrc Versions / Deps (Sidearm style, no TOML)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2.2 · CMP 1.9 · AGP 8.10 · Koin 4.1 · Ktor 3.2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static Shared.framework via embedAndSignAppleFrameworkForXcode; SPM for Google Ads / UMP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691640"/>
            <a:ext cx="502920" cy="502920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2316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+ ReceiptParser in commonTest (Turbine, test dispatcher)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 for repositories; no platform in tests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Robolectric screen tests, Worker unit tests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6F8F7"/>
          </a:solidFill>
          <a:ln w="9525">
            <a:solidFill>
              <a:srgbClr val="F6F8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691640"/>
            <a:ext cx="502920" cy="502920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42316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AdMob banners (test IDs now) with UMP consent-first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signing via keystore.properties; ProGuard rules for serialization / ML Kit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readiness list in README “Before you ship”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17B08B"/>
          </a:solidFill>
          <a:ln w="9525">
            <a:solidFill>
              <a:srgbClr val="17B0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v1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review → save (done)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Worker: sync + auth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AdMob IDs, legal URLs, icons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3749040"/>
            <a:ext cx="210312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64992" y="155448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93592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69748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normalization via LLM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shopping-list suggestions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screen (Contract + Fragment/View pair)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71032" y="3749040"/>
            <a:ext cx="210312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81344" y="155448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9944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69748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SQLDelight local store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 &amp; store comparison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for cross-store matching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87384" y="3749040"/>
            <a:ext cx="210312" cy="0"/>
          </a:xfrm>
          <a:prstGeom prst="line">
            <a:avLst/>
          </a:prstGeom>
          <a:noFill/>
          <a:ln w="19050">
            <a:solidFill>
              <a:srgbClr val="0E7A6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97696" y="155448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26296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69748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linking (Apple / Google)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AWS if needed (see seams)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sharing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ReTally · Architecture  —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5221F"/>
          </a:solidFill>
          <a:ln w="12700">
            <a:solidFill>
              <a:srgbClr val="1522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7373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stores, parser and Compose screens are shared; Android and iOS add thin MVVM shells in their native idiom.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to start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7432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+ Firestore + Firebase Auth + R2 + free LLM tiers, all behind our own API.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built for AI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749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line items make shopping lists a query; blobs keep provenance and flexibility.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384048" cy="384048"/>
          </a:xfrm>
          <a:prstGeom prst="ellipse">
            <a:avLst/>
          </a:prstGeom>
          <a:solidFill>
            <a:srgbClr val="17B08B"/>
          </a:solidFill>
          <a:ln w="12700">
            <a:solidFill>
              <a:srgbClr val="17B0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grow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754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boundary, opaque auth, client IDs and pluggable AI make AWS a backend-only move.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stand up the Firebase project and the Worker skeleton, then the Suggestions contract in shared.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ReTally Architecture</dc:title>
  <dc:subject>PptxGenJS Presentation</dc:subject>
  <dc:creator>PptxGenJS</dc:creator>
  <cp:lastModifiedBy>PptxGenJS</cp:lastModifiedBy>
  <cp:revision>1</cp:revision>
  <dcterms:created xsi:type="dcterms:W3CDTF">2026-09-15T22:05:48Z</dcterms:created>
  <dcterms:modified xsi:type="dcterms:W3CDTF">2026-09-15T22:05:48Z</dcterms:modified>
</cp:coreProperties>
</file>